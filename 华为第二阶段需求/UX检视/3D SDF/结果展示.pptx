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4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6102D-C338-430D-BB11-8B5487CE6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A574-BCC9-4BB7-B3C3-6087511BA2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6102D-C338-430D-BB11-8B5487CE6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A574-BCC9-4BB7-B3C3-6087511BA2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6102D-C338-430D-BB11-8B5487CE6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A574-BCC9-4BB7-B3C3-6087511BA2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6102D-C338-430D-BB11-8B5487CE6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A574-BCC9-4BB7-B3C3-6087511BA2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6102D-C338-430D-BB11-8B5487CE6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A574-BCC9-4BB7-B3C3-6087511BA2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6102D-C338-430D-BB11-8B5487CE6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A574-BCC9-4BB7-B3C3-6087511BA2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6102D-C338-430D-BB11-8B5487CE6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A574-BCC9-4BB7-B3C3-6087511BA2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6102D-C338-430D-BB11-8B5487CE6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A574-BCC9-4BB7-B3C3-6087511BA2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6102D-C338-430D-BB11-8B5487CE6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A574-BCC9-4BB7-B3C3-6087511BA2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6102D-C338-430D-BB11-8B5487CE6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A574-BCC9-4BB7-B3C3-6087511BA2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6102D-C338-430D-BB11-8B5487CE6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A574-BCC9-4BB7-B3C3-6087511BA2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6102D-C338-430D-BB11-8B5487CE67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EA574-BCC9-4BB7-B3C3-6087511BA2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图片 6" descr="图片包含 游戏机, 灯光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95" r="31715"/>
          <a:stretch>
            <a:fillRect/>
          </a:stretch>
        </p:blipFill>
        <p:spPr>
          <a:xfrm>
            <a:off x="321731" y="557189"/>
            <a:ext cx="5668684" cy="5743618"/>
          </a:xfrm>
          <a:prstGeom prst="rect">
            <a:avLst/>
          </a:prstGeom>
        </p:spPr>
      </p:pic>
      <p:pic>
        <p:nvPicPr>
          <p:cNvPr id="3" name="图片 2" descr="图片包含 游戏机, 灯光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3" r="11561"/>
          <a:stretch>
            <a:fillRect/>
          </a:stretch>
        </p:blipFill>
        <p:spPr>
          <a:xfrm>
            <a:off x="6195375" y="557189"/>
            <a:ext cx="5674893" cy="57436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图片 3" descr="图片包含 游戏机, 灯, 男人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68" r="33642"/>
          <a:stretch>
            <a:fillRect/>
          </a:stretch>
        </p:blipFill>
        <p:spPr>
          <a:xfrm>
            <a:off x="321731" y="557189"/>
            <a:ext cx="5668684" cy="5743618"/>
          </a:xfrm>
          <a:prstGeom prst="rect">
            <a:avLst/>
          </a:prstGeom>
        </p:spPr>
      </p:pic>
      <p:pic>
        <p:nvPicPr>
          <p:cNvPr id="6" name="图片 5" descr="图片包含 游戏机, 人, 项链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2" r="9139" b="1"/>
          <a:stretch>
            <a:fillRect/>
          </a:stretch>
        </p:blipFill>
        <p:spPr>
          <a:xfrm>
            <a:off x="6195375" y="557189"/>
            <a:ext cx="5674893" cy="57436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4" r="1" b="10956"/>
          <a:stretch>
            <a:fillRect/>
          </a:stretch>
        </p:blipFill>
        <p:spPr>
          <a:xfrm>
            <a:off x="6169623" y="529521"/>
            <a:ext cx="5291666" cy="5361635"/>
          </a:xfrm>
          <a:prstGeom prst="rect">
            <a:avLst/>
          </a:prstGeom>
        </p:spPr>
      </p:pic>
      <p:pic>
        <p:nvPicPr>
          <p:cNvPr id="3" name="图片 2" descr="图片包含 游戏机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79" r="34793"/>
          <a:stretch>
            <a:fillRect/>
          </a:stretch>
        </p:blipFill>
        <p:spPr>
          <a:xfrm>
            <a:off x="730711" y="535374"/>
            <a:ext cx="5291667" cy="53557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图片 5" descr="卡通人物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96" r="6462" b="-1"/>
          <a:stretch>
            <a:fillRect/>
          </a:stretch>
        </p:blipFill>
        <p:spPr>
          <a:xfrm>
            <a:off x="6254047" y="437920"/>
            <a:ext cx="5668684" cy="5743618"/>
          </a:xfrm>
          <a:prstGeom prst="rect">
            <a:avLst/>
          </a:prstGeom>
        </p:spPr>
      </p:pic>
      <p:pic>
        <p:nvPicPr>
          <p:cNvPr id="4" name="图片 3" descr="图片包含 游戏机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31" r="30041"/>
          <a:stretch>
            <a:fillRect/>
          </a:stretch>
        </p:blipFill>
        <p:spPr>
          <a:xfrm>
            <a:off x="421107" y="437920"/>
            <a:ext cx="5674893" cy="57436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user</dc:creator>
  <cp:lastModifiedBy>喂</cp:lastModifiedBy>
  <cp:revision>7</cp:revision>
  <dcterms:created xsi:type="dcterms:W3CDTF">2026-01-09T08:34:00Z</dcterms:created>
  <dcterms:modified xsi:type="dcterms:W3CDTF">2026-01-11T03:46:20Z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CD036083AC724EECB32BE3A909D96B2C_12</vt:lpwstr>
  </property>
  <property fmtid="{D5CDD505-2E9C-101B-9397-08002B2CF9AE}" pid="3" name="KSOProductBuildVer">
    <vt:lpwstr>2052-12.1.0.24031</vt:lpwstr>
  </property>
</Properties>
</file>